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67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8" r:id="rId13"/>
    <p:sldId id="277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15B0CA9-5A06-40C8-A8CA-B46FF6AC3604}">
  <a:tblStyle styleId="{615B0CA9-5A06-40C8-A8CA-B46FF6AC360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432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123709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15407C56-5272-332F-FDC7-CF9EF6E62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>
            <a:extLst>
              <a:ext uri="{FF2B5EF4-FFF2-40B4-BE49-F238E27FC236}">
                <a16:creationId xmlns:a16="http://schemas.microsoft.com/office/drawing/2014/main" id="{4AD5095B-512E-2531-26DE-B9E9D61A69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:notes">
            <a:extLst>
              <a:ext uri="{FF2B5EF4-FFF2-40B4-BE49-F238E27FC236}">
                <a16:creationId xmlns:a16="http://schemas.microsoft.com/office/drawing/2014/main" id="{B82AF5CE-F52B-D801-201B-80264C162B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8963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5CB95AE9-433E-CEE5-0B4C-9E427CAF0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>
            <a:extLst>
              <a:ext uri="{FF2B5EF4-FFF2-40B4-BE49-F238E27FC236}">
                <a16:creationId xmlns:a16="http://schemas.microsoft.com/office/drawing/2014/main" id="{59FD150A-5C50-190D-92C4-7E2C414AA7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:notes">
            <a:extLst>
              <a:ext uri="{FF2B5EF4-FFF2-40B4-BE49-F238E27FC236}">
                <a16:creationId xmlns:a16="http://schemas.microsoft.com/office/drawing/2014/main" id="{559EB471-850A-C24C-E295-E521E43F94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9370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5FF38E3E-0B0A-7A82-C95F-9DCC33A6F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>
            <a:extLst>
              <a:ext uri="{FF2B5EF4-FFF2-40B4-BE49-F238E27FC236}">
                <a16:creationId xmlns:a16="http://schemas.microsoft.com/office/drawing/2014/main" id="{A8417F60-22B5-062F-8483-2BF5B4E105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:notes">
            <a:extLst>
              <a:ext uri="{FF2B5EF4-FFF2-40B4-BE49-F238E27FC236}">
                <a16:creationId xmlns:a16="http://schemas.microsoft.com/office/drawing/2014/main" id="{F474E59E-67A3-08BB-5DAD-0738614237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3190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766EE9AB-59C2-CE94-28BB-E86E33D48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>
            <a:extLst>
              <a:ext uri="{FF2B5EF4-FFF2-40B4-BE49-F238E27FC236}">
                <a16:creationId xmlns:a16="http://schemas.microsoft.com/office/drawing/2014/main" id="{E409F2AD-AF80-E38E-5F2F-FA02B9B69F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:notes">
            <a:extLst>
              <a:ext uri="{FF2B5EF4-FFF2-40B4-BE49-F238E27FC236}">
                <a16:creationId xmlns:a16="http://schemas.microsoft.com/office/drawing/2014/main" id="{09495FFA-B397-794C-7A57-DA6274083A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1575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D250108E-479F-E6CE-88CF-0B24513FB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>
            <a:extLst>
              <a:ext uri="{FF2B5EF4-FFF2-40B4-BE49-F238E27FC236}">
                <a16:creationId xmlns:a16="http://schemas.microsoft.com/office/drawing/2014/main" id="{7CDCB8B6-DFD4-872C-7E58-E8AF39E836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:notes">
            <a:extLst>
              <a:ext uri="{FF2B5EF4-FFF2-40B4-BE49-F238E27FC236}">
                <a16:creationId xmlns:a16="http://schemas.microsoft.com/office/drawing/2014/main" id="{4E939A9F-A931-3130-F437-0FCECD95F0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89989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12807912-CCF6-0AC4-C5D6-10FDE41E4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>
            <a:extLst>
              <a:ext uri="{FF2B5EF4-FFF2-40B4-BE49-F238E27FC236}">
                <a16:creationId xmlns:a16="http://schemas.microsoft.com/office/drawing/2014/main" id="{8FED6222-78A1-39FE-E8C2-37E48DE2A2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:notes">
            <a:extLst>
              <a:ext uri="{FF2B5EF4-FFF2-40B4-BE49-F238E27FC236}">
                <a16:creationId xmlns:a16="http://schemas.microsoft.com/office/drawing/2014/main" id="{62D71FFA-AE9A-6C0B-8028-02058355DF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61104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B8FEFDDE-5EDD-9B88-13D3-E6527CF7C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>
            <a:extLst>
              <a:ext uri="{FF2B5EF4-FFF2-40B4-BE49-F238E27FC236}">
                <a16:creationId xmlns:a16="http://schemas.microsoft.com/office/drawing/2014/main" id="{1CD28709-30E8-E3C4-34D3-9723A348B2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:notes">
            <a:extLst>
              <a:ext uri="{FF2B5EF4-FFF2-40B4-BE49-F238E27FC236}">
                <a16:creationId xmlns:a16="http://schemas.microsoft.com/office/drawing/2014/main" id="{42DF5181-7CD5-48DA-90CC-DA567B94DE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99857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B1797A90-5381-7922-85A7-8F2C36420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>
            <a:extLst>
              <a:ext uri="{FF2B5EF4-FFF2-40B4-BE49-F238E27FC236}">
                <a16:creationId xmlns:a16="http://schemas.microsoft.com/office/drawing/2014/main" id="{C5A6684B-0C17-2320-3019-9B954577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:notes">
            <a:extLst>
              <a:ext uri="{FF2B5EF4-FFF2-40B4-BE49-F238E27FC236}">
                <a16:creationId xmlns:a16="http://schemas.microsoft.com/office/drawing/2014/main" id="{0E057D3D-8013-5A35-362F-E512F40FA9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23979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0A0CD1F0-5526-CA6B-D4B0-218A61325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>
            <a:extLst>
              <a:ext uri="{FF2B5EF4-FFF2-40B4-BE49-F238E27FC236}">
                <a16:creationId xmlns:a16="http://schemas.microsoft.com/office/drawing/2014/main" id="{68F0A7B8-EA86-B5AB-D1D8-F583813E3C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:notes">
            <a:extLst>
              <a:ext uri="{FF2B5EF4-FFF2-40B4-BE49-F238E27FC236}">
                <a16:creationId xmlns:a16="http://schemas.microsoft.com/office/drawing/2014/main" id="{3BA318B9-AB0F-BD92-4E1B-EB9000399C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4671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6517B9-31F0-963D-0ED8-4307C8ABF045}"/>
              </a:ext>
            </a:extLst>
          </p:cNvPr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rPr dirty="0"/>
              <a:t>Advanced Digital Clock &amp;</a:t>
            </a:r>
            <a:br>
              <a:rPr dirty="0"/>
            </a:br>
            <a:r>
              <a:rPr dirty="0"/>
              <a:t>Desktop Utility Suite</a:t>
            </a:r>
          </a:p>
          <a:p>
            <a:pPr algn="ctr">
              <a:spcBef>
                <a:spcPts val="2400"/>
              </a:spcBef>
              <a:defRPr sz="1800">
                <a:solidFill>
                  <a:srgbClr val="FFFFFF"/>
                </a:solidFill>
              </a:defRPr>
            </a:pPr>
            <a:r>
              <a:rPr dirty="0"/>
              <a:t>A Professional, Multi-Featured Python Application with Cross-Platform Utilities</a:t>
            </a:r>
            <a:br>
              <a:rPr dirty="0"/>
            </a:br>
            <a:br>
              <a:rPr dirty="0"/>
            </a:br>
            <a:r>
              <a:rPr dirty="0"/>
              <a:t>Presented by: MD. Atiqur Rahman, Tajim &amp; Tarek</a:t>
            </a:r>
            <a:br>
              <a:rPr dirty="0"/>
            </a:br>
            <a:r>
              <a:rPr dirty="0"/>
              <a:t>Course/Project Code: Project Works-1(28556)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0A288F-1125-086D-2D92-06EA572CA185}"/>
              </a:ext>
            </a:extLst>
          </p:cNvPr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rPr dirty="0"/>
              <a:t>Project Overview &amp; 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2DAEE7-AC3F-AC53-C06B-A7C08C557570}"/>
              </a:ext>
            </a:extLst>
          </p:cNvPr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Transforming a simple digital clock into a powerful desktop utility tool.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Integrating productivity modules like Pomodoro, Timer, and Stopwatch into a single UI.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Creating a rich World Clock database featuring 100+ global and commercial cities.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Monitoring real-time system resources (Battery &amp; Charging Status).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Enhancing User Experience (UX) with dynamic themes, opacity slider, and custom fonts.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2E417F-B979-4B79-EF8E-151E58BDCD44}"/>
              </a:ext>
            </a:extLst>
          </p:cNvPr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rPr dirty="0"/>
              <a:t>Problem Statement &amp; Motivation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348470-0814-9B41-A1E5-CA33EC18C2B5}"/>
              </a:ext>
            </a:extLst>
          </p:cNvPr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Traditional OS clocks only show time and require external, heavy apps for timers or alarms.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Lack of integrated focus tools (like Pomodoro) forces users to switch tabs, breaking deep work flow.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Most desktop widgets consume high RAM and lack cross-platform transparency controls.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Motivation: Build a resource-friendly (&lt;50MB RAM), centralized desktop assistant using pure Python.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ADEB92-CC98-7098-E7F7-526205A2280F}"/>
              </a:ext>
            </a:extLst>
          </p:cNvPr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rPr dirty="0"/>
              <a:t>Core Architecture &amp; Tech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9EDDA-3016-5C0F-26B8-EA782719D34D}"/>
              </a:ext>
            </a:extLst>
          </p:cNvPr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Programming Language: Python 3.x - Lightweight and highly efficient.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GUI Framework: </a:t>
            </a:r>
            <a:r>
              <a:rPr dirty="0" err="1"/>
              <a:t>Tkinter</a:t>
            </a:r>
            <a:r>
              <a:rPr dirty="0"/>
              <a:t> &amp; </a:t>
            </a:r>
            <a:r>
              <a:rPr dirty="0" err="1"/>
              <a:t>Ttk</a:t>
            </a:r>
            <a:r>
              <a:rPr dirty="0"/>
              <a:t> - Used for professional and structured widget styling.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Hardware Sync: </a:t>
            </a:r>
            <a:r>
              <a:rPr dirty="0" err="1"/>
              <a:t>psutil</a:t>
            </a:r>
            <a:r>
              <a:rPr dirty="0"/>
              <a:t> - Fetches real-time laptop battery percentage and status.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Desktop Notifications: plyer - Handles cross-platform system push notifications.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Timezone</a:t>
            </a:r>
            <a:r>
              <a:rPr dirty="0"/>
              <a:t> Engine: </a:t>
            </a:r>
            <a:r>
              <a:rPr dirty="0" err="1"/>
              <a:t>zoneinfo</a:t>
            </a:r>
            <a:r>
              <a:rPr dirty="0"/>
              <a:t> - Implements the IANA </a:t>
            </a:r>
            <a:r>
              <a:rPr dirty="0" err="1"/>
              <a:t>timezone</a:t>
            </a:r>
            <a:r>
              <a:rPr dirty="0"/>
              <a:t> database for precise global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38">
          <a:extLst>
            <a:ext uri="{FF2B5EF4-FFF2-40B4-BE49-F238E27FC236}">
              <a16:creationId xmlns:a16="http://schemas.microsoft.com/office/drawing/2014/main" id="{3F978FD0-6638-C710-51DE-94CDB49BB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4" descr="image.png">
            <a:extLst>
              <a:ext uri="{FF2B5EF4-FFF2-40B4-BE49-F238E27FC236}">
                <a16:creationId xmlns:a16="http://schemas.microsoft.com/office/drawing/2014/main" id="{2AA337FA-6FF1-7FEB-07A8-0150CF3910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DE95FD-014B-2751-ADFA-AE5F241E8A7C}"/>
              </a:ext>
            </a:extLst>
          </p:cNvPr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rPr dirty="0"/>
              <a:t>Key Features: Time &amp; Productivity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1A7AD-1F9A-64F4-CF68-FA87BB2235F2}"/>
              </a:ext>
            </a:extLst>
          </p:cNvPr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Smart Alarm Manager: Allows setting, managing, and deleting multiple alarms smoothly.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Stopwatch Mode: High-precision millisecond tracking with dedicated start, pause, and reset options.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Countdown Timer: User-friendly combo-box inputs for precise time tracking with alerts.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Pomodoro Tracker: Automated 25-minute work and 5-minute break sessions to boost efficiency.</a:t>
            </a:r>
          </a:p>
        </p:txBody>
      </p:sp>
    </p:spTree>
    <p:extLst>
      <p:ext uri="{BB962C8B-B14F-4D97-AF65-F5344CB8AC3E}">
        <p14:creationId xmlns:p14="http://schemas.microsoft.com/office/powerpoint/2010/main" val="939168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38">
          <a:extLst>
            <a:ext uri="{FF2B5EF4-FFF2-40B4-BE49-F238E27FC236}">
              <a16:creationId xmlns:a16="http://schemas.microsoft.com/office/drawing/2014/main" id="{4C4E150F-B785-200B-E1B8-0D5AA547E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4" descr="image.png">
            <a:extLst>
              <a:ext uri="{FF2B5EF4-FFF2-40B4-BE49-F238E27FC236}">
                <a16:creationId xmlns:a16="http://schemas.microsoft.com/office/drawing/2014/main" id="{C0E73DDD-74C7-C5A4-B474-85955FAA78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8B6893-FF00-093A-B61D-C487620FD00E}"/>
              </a:ext>
            </a:extLst>
          </p:cNvPr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rPr dirty="0"/>
              <a:t>Advanced Features: Global Sync &amp; Reminders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897B18-14A0-E18F-B6B7-40B5960EC73A}"/>
              </a:ext>
            </a:extLst>
          </p:cNvPr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Massive World Clock Database: 100 major cities categorized by continent to avoid UI clutter.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Event &amp; Birthday Reminder: In-memory database that alerts users on specific dates upon app startup.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Hourly Chime System: Triggers an OS-level push notification and audio alert (bell) at every hour completion.</a:t>
            </a:r>
          </a:p>
        </p:txBody>
      </p:sp>
    </p:spTree>
    <p:extLst>
      <p:ext uri="{BB962C8B-B14F-4D97-AF65-F5344CB8AC3E}">
        <p14:creationId xmlns:p14="http://schemas.microsoft.com/office/powerpoint/2010/main" val="272911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38">
          <a:extLst>
            <a:ext uri="{FF2B5EF4-FFF2-40B4-BE49-F238E27FC236}">
              <a16:creationId xmlns:a16="http://schemas.microsoft.com/office/drawing/2014/main" id="{978C9580-67E5-78BB-8671-C3DF80B37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4" descr="image.png">
            <a:extLst>
              <a:ext uri="{FF2B5EF4-FFF2-40B4-BE49-F238E27FC236}">
                <a16:creationId xmlns:a16="http://schemas.microsoft.com/office/drawing/2014/main" id="{26798A10-09DD-2B31-3945-0C0C9CF1D5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8505AA-F13C-5F12-256F-8F6E4762CD9B}"/>
              </a:ext>
            </a:extLst>
          </p:cNvPr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rPr dirty="0"/>
              <a:t>UI/UX &amp; Customization 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A0DD99-DAFC-7C08-9875-808EB2B87F85}"/>
              </a:ext>
            </a:extLst>
          </p:cNvPr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Dynamic Theme Customizer: 4 built-in professional themes (Standard Dark, Light, Neon Green, Neon Pink).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Transparency Controls: Adjusts window opacity (0.3 to 1.0) for better screen visibility during multitask.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Font Style Selector: One-click font swapping (Arial, Times New Roman, Courier New, Impact) across the app.</a:t>
            </a:r>
          </a:p>
        </p:txBody>
      </p:sp>
    </p:spTree>
    <p:extLst>
      <p:ext uri="{BB962C8B-B14F-4D97-AF65-F5344CB8AC3E}">
        <p14:creationId xmlns:p14="http://schemas.microsoft.com/office/powerpoint/2010/main" val="3099977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38">
          <a:extLst>
            <a:ext uri="{FF2B5EF4-FFF2-40B4-BE49-F238E27FC236}">
              <a16:creationId xmlns:a16="http://schemas.microsoft.com/office/drawing/2014/main" id="{7813E9D1-1E5D-F55D-F5AE-E21B3631B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4" descr="image.png">
            <a:extLst>
              <a:ext uri="{FF2B5EF4-FFF2-40B4-BE49-F238E27FC236}">
                <a16:creationId xmlns:a16="http://schemas.microsoft.com/office/drawing/2014/main" id="{A4F384FF-9F49-6A03-2C76-7E91146CAB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52852D-CB4D-AD65-68B7-56665D014559}"/>
              </a:ext>
            </a:extLst>
          </p:cNvPr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rPr dirty="0"/>
              <a:t>Special Utilities for Power Users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1A0799-7999-B5C7-3DB6-1F5BF396AF36}"/>
              </a:ext>
            </a:extLst>
          </p:cNvPr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Compact / Mini Mode: Resizes the massive UI into a sleek 300x80 widget to save desktop space.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Battery Status Monitor: Embedded directly in the footer, showing charging state dynamically.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Floating Mode (Always on Top): Keeps the clock pinned above all other running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365140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38">
          <a:extLst>
            <a:ext uri="{FF2B5EF4-FFF2-40B4-BE49-F238E27FC236}">
              <a16:creationId xmlns:a16="http://schemas.microsoft.com/office/drawing/2014/main" id="{64CA39C5-0ECE-8C93-15B2-651C7B5B7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4" descr="image.png">
            <a:extLst>
              <a:ext uri="{FF2B5EF4-FFF2-40B4-BE49-F238E27FC236}">
                <a16:creationId xmlns:a16="http://schemas.microsoft.com/office/drawing/2014/main" id="{927B1084-87E0-6D54-5A85-AA768148E3F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706477-FA91-8C17-3D34-05B1B3A0D475}"/>
              </a:ext>
            </a:extLst>
          </p:cNvPr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rPr dirty="0"/>
              <a:t>Application Workflow (How it Works)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E86A2-66EB-8DBE-B42E-7B482E0EAFC1}"/>
              </a:ext>
            </a:extLst>
          </p:cNvPr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Initialization: App loads the main </a:t>
            </a:r>
            <a:r>
              <a:rPr dirty="0" err="1"/>
              <a:t>Tkinter</a:t>
            </a:r>
            <a:r>
              <a:rPr dirty="0"/>
              <a:t> thread, fetches local time, and links the IANA </a:t>
            </a:r>
            <a:r>
              <a:rPr dirty="0" err="1"/>
              <a:t>timezone</a:t>
            </a:r>
            <a:r>
              <a:rPr dirty="0"/>
              <a:t> database.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Asynchronous Looping: The </a:t>
            </a:r>
            <a:r>
              <a:rPr dirty="0" err="1"/>
              <a:t>update_time</a:t>
            </a:r>
            <a:r>
              <a:rPr dirty="0"/>
              <a:t>() function runs non-blocking tasks every 1000ms using .after().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Background Checking: Simultaneously scans active alarms, checks hourly chime logic, and requests battery telemetry.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UI Interactivity: Menu items trigger independent </a:t>
            </a:r>
            <a:r>
              <a:rPr dirty="0" err="1"/>
              <a:t>Toplevel</a:t>
            </a:r>
            <a:r>
              <a:rPr dirty="0"/>
              <a:t> windows for features like Stopwatch or Reminders.</a:t>
            </a:r>
          </a:p>
        </p:txBody>
      </p:sp>
    </p:spTree>
    <p:extLst>
      <p:ext uri="{BB962C8B-B14F-4D97-AF65-F5344CB8AC3E}">
        <p14:creationId xmlns:p14="http://schemas.microsoft.com/office/powerpoint/2010/main" val="374928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38">
          <a:extLst>
            <a:ext uri="{FF2B5EF4-FFF2-40B4-BE49-F238E27FC236}">
              <a16:creationId xmlns:a16="http://schemas.microsoft.com/office/drawing/2014/main" id="{8C5B2684-1C17-233A-89CF-33EE265BC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4" descr="image.png">
            <a:extLst>
              <a:ext uri="{FF2B5EF4-FFF2-40B4-BE49-F238E27FC236}">
                <a16:creationId xmlns:a16="http://schemas.microsoft.com/office/drawing/2014/main" id="{E52DAD16-E653-FF24-AEA0-A2945E1957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5B06FF-59E0-6E1D-7322-72A46473471B}"/>
              </a:ext>
            </a:extLst>
          </p:cNvPr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rPr dirty="0"/>
              <a:t>Comparison: Built-in OS Clock vs Our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9E531F-FE6D-9843-4B68-D2CA0DB7289A}"/>
              </a:ext>
            </a:extLst>
          </p:cNvPr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Feature Depth: OS Clock shows basic time | Our App provides Stopwatch, Timer, Pomodoro, and Reminders.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Screen Real Estate: OS Clock is fixed on the taskbar | Our App features Floating Mode and a scalable Mini View.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Personalization: Minimal OS theme choices | Our App supports 4 neon/light themes and runtime opacity scaling.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Resource Overhead: Heavy modern widgets use high memory | Our Python core is ultra-lightweight and standalone.</a:t>
            </a:r>
          </a:p>
        </p:txBody>
      </p:sp>
    </p:spTree>
    <p:extLst>
      <p:ext uri="{BB962C8B-B14F-4D97-AF65-F5344CB8AC3E}">
        <p14:creationId xmlns:p14="http://schemas.microsoft.com/office/powerpoint/2010/main" val="1191866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38">
          <a:extLst>
            <a:ext uri="{FF2B5EF4-FFF2-40B4-BE49-F238E27FC236}">
              <a16:creationId xmlns:a16="http://schemas.microsoft.com/office/drawing/2014/main" id="{13BD5EF6-F962-7E54-3B20-93877EC73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4" descr="image.png">
            <a:extLst>
              <a:ext uri="{FF2B5EF4-FFF2-40B4-BE49-F238E27FC236}">
                <a16:creationId xmlns:a16="http://schemas.microsoft.com/office/drawing/2014/main" id="{CBAFFDB2-0555-B273-8F35-324E1C3BBD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8C0009-EF1D-6234-3684-7703008734B7}"/>
              </a:ext>
            </a:extLst>
          </p:cNvPr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rPr dirty="0"/>
              <a:t>Technical Challenges &amp; Solutions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9E1C4F-31F2-165C-4F75-1B84F858E16E}"/>
              </a:ext>
            </a:extLst>
          </p:cNvPr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UI Freezing Issue: Fixed by handling asynchronous time loops via </a:t>
            </a:r>
            <a:r>
              <a:rPr dirty="0" err="1"/>
              <a:t>Tkinter's</a:t>
            </a:r>
            <a:r>
              <a:rPr dirty="0"/>
              <a:t> .after() method instead of standard infinite loops.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Timezone</a:t>
            </a:r>
            <a:r>
              <a:rPr dirty="0"/>
              <a:t> &amp; DST Management: Solved by utilizing '</a:t>
            </a:r>
            <a:r>
              <a:rPr dirty="0" err="1"/>
              <a:t>zoneinfo</a:t>
            </a:r>
            <a:r>
              <a:rPr dirty="0"/>
              <a:t>' instead of manual hardcoded offsets.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Dynamic Window Resizing: Managed smoothly using precise widget layout manipulation (</a:t>
            </a:r>
            <a:r>
              <a:rPr dirty="0" err="1"/>
              <a:t>pack_forget</a:t>
            </a:r>
            <a:r>
              <a:rPr dirty="0"/>
              <a:t> and place).</a:t>
            </a:r>
          </a:p>
        </p:txBody>
      </p:sp>
    </p:spTree>
    <p:extLst>
      <p:ext uri="{BB962C8B-B14F-4D97-AF65-F5344CB8AC3E}">
        <p14:creationId xmlns:p14="http://schemas.microsoft.com/office/powerpoint/2010/main" val="1066057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38">
          <a:extLst>
            <a:ext uri="{FF2B5EF4-FFF2-40B4-BE49-F238E27FC236}">
              <a16:creationId xmlns:a16="http://schemas.microsoft.com/office/drawing/2014/main" id="{9C1B3D14-E67F-4FE5-7498-9A3A75054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4" descr="image.png">
            <a:extLst>
              <a:ext uri="{FF2B5EF4-FFF2-40B4-BE49-F238E27FC236}">
                <a16:creationId xmlns:a16="http://schemas.microsoft.com/office/drawing/2014/main" id="{4A97BEC4-C482-C958-BE4F-AF4FAAF0207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680C0A-159A-E0EF-D5A3-9A1D485633B5}"/>
              </a:ext>
            </a:extLst>
          </p:cNvPr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rPr dirty="0"/>
              <a:t>Future Enhancements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624C4B-3C69-6DEC-27D3-08774FDC2DCF}"/>
              </a:ext>
            </a:extLst>
          </p:cNvPr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Database Integration: Implementing SQLite for data persistence (saving alarms and reminders permanently).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Cloud Synchronization: Syncing data with Google Calendar API and external task managers.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Custom Audio Uploads: Allowing users to set custom .mp3/.wav files as alarm tones.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System Tray App: Minimizing the software directly into the OS system tray tree.</a:t>
            </a:r>
          </a:p>
        </p:txBody>
      </p:sp>
    </p:spTree>
    <p:extLst>
      <p:ext uri="{BB962C8B-B14F-4D97-AF65-F5344CB8AC3E}">
        <p14:creationId xmlns:p14="http://schemas.microsoft.com/office/powerpoint/2010/main" val="3073732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38">
          <a:extLst>
            <a:ext uri="{FF2B5EF4-FFF2-40B4-BE49-F238E27FC236}">
              <a16:creationId xmlns:a16="http://schemas.microsoft.com/office/drawing/2014/main" id="{7678D690-49F9-EBFB-EDBB-FF8785DD0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4" descr="image.png">
            <a:extLst>
              <a:ext uri="{FF2B5EF4-FFF2-40B4-BE49-F238E27FC236}">
                <a16:creationId xmlns:a16="http://schemas.microsoft.com/office/drawing/2014/main" id="{E24CFA32-565B-0351-2F37-C1ED17041EF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F19830-B98F-2331-C0BA-3873D81EF63A}"/>
              </a:ext>
            </a:extLst>
          </p:cNvPr>
          <p:cNvSpPr txBox="1"/>
          <p:nvPr/>
        </p:nvSpPr>
        <p:spPr>
          <a:xfrm>
            <a:off x="914400" y="1645920"/>
            <a:ext cx="10360152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rPr dirty="0"/>
              <a:t>Thank You</a:t>
            </a:r>
          </a:p>
          <a:p>
            <a:pPr algn="ctr">
              <a:spcBef>
                <a:spcPts val="2400"/>
              </a:spcBef>
              <a:defRPr sz="1800">
                <a:solidFill>
                  <a:srgbClr val="FFFFFF"/>
                </a:solidFill>
              </a:defRPr>
            </a:pPr>
            <a:r>
              <a:rPr dirty="0"/>
              <a:t>Open for Questions &amp; Feedback</a:t>
            </a:r>
            <a:br>
              <a:rPr dirty="0"/>
            </a:br>
            <a:br>
              <a:rPr dirty="0"/>
            </a:br>
            <a:r>
              <a:rPr dirty="0"/>
              <a:t>Email: </a:t>
            </a:r>
            <a:r>
              <a:rPr lang="en-US" dirty="0"/>
              <a:t>smatiqurrahmanlimon</a:t>
            </a:r>
            <a:r>
              <a:rPr dirty="0"/>
              <a:t>@</a:t>
            </a:r>
            <a:r>
              <a:rPr lang="en-US" dirty="0"/>
              <a:t>gmail</a:t>
            </a:r>
            <a:r>
              <a:rPr dirty="0"/>
              <a:t>.com</a:t>
            </a:r>
            <a:br>
              <a:rPr dirty="0"/>
            </a:br>
            <a:r>
              <a:rPr dirty="0"/>
              <a:t>GitHub: </a:t>
            </a:r>
            <a:r>
              <a:rPr lang="en-US" dirty="0"/>
              <a:t>https://</a:t>
            </a:r>
            <a:r>
              <a:rPr dirty="0"/>
              <a:t>github.com</a:t>
            </a:r>
            <a:r>
              <a:t>/</a:t>
            </a:r>
            <a:r>
              <a:rPr lang="en-US"/>
              <a:t>scienceandtechnologylab</a:t>
            </a:r>
            <a:r>
              <a:t>/</a:t>
            </a:r>
            <a:r>
              <a:rPr dirty="0"/>
              <a:t>digital-clock</a:t>
            </a:r>
          </a:p>
        </p:txBody>
      </p:sp>
    </p:spTree>
    <p:extLst>
      <p:ext uri="{BB962C8B-B14F-4D97-AF65-F5344CB8AC3E}">
        <p14:creationId xmlns:p14="http://schemas.microsoft.com/office/powerpoint/2010/main" val="3939751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862</Words>
  <Application>Microsoft Office PowerPoint</Application>
  <PresentationFormat>Widescreen</PresentationFormat>
  <Paragraphs>57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fcs fc</cp:lastModifiedBy>
  <cp:revision>9</cp:revision>
  <dcterms:modified xsi:type="dcterms:W3CDTF">2026-07-14T13:31:40Z</dcterms:modified>
</cp:coreProperties>
</file>